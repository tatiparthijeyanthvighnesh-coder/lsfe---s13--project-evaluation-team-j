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998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747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10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67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6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076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841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3710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586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6665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4357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130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457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56405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385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19600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5741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8841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686438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9184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36544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4435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2418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813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085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01462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587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882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423F0-E97D-2C9E-4378-D4AE51762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>
            <a:normAutofit/>
          </a:bodyPr>
          <a:lstStyle/>
          <a:p>
            <a:r>
              <a:rPr lang="en-US" sz="4800" dirty="0"/>
              <a:t>Breakout activity </a:t>
            </a:r>
            <a:r>
              <a:rPr lang="en-US" sz="4800" dirty="0" err="1"/>
              <a:t>Linkedin</a:t>
            </a:r>
            <a:r>
              <a:rPr lang="en-US" sz="4800" dirty="0"/>
              <a:t>  profile pic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1C152D4-C24F-2124-1ECC-D8FD2DC0E210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12192000" cy="255575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622CB-40F5-AC86-CF4F-C3CD0A376F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00FF"/>
                </a:highlight>
              </a:rPr>
              <a:t>GITHUB PROJECT  team -J</a:t>
            </a:r>
            <a:br>
              <a:rPr lang="en-US" dirty="0"/>
            </a:br>
            <a:r>
              <a:rPr lang="en-US" dirty="0"/>
              <a:t>2620080042-Vineeth </a:t>
            </a:r>
            <a:r>
              <a:rPr lang="en-US" dirty="0" err="1"/>
              <a:t>kumar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2620080063-Jeyanth </a:t>
            </a:r>
            <a:r>
              <a:rPr lang="en-US" dirty="0" err="1"/>
              <a:t>vighnesh</a:t>
            </a:r>
            <a:r>
              <a:rPr lang="en-US" dirty="0"/>
              <a:t>(team leader)</a:t>
            </a:r>
            <a:br>
              <a:rPr lang="en-US" dirty="0"/>
            </a:br>
            <a:r>
              <a:rPr lang="en-US" dirty="0"/>
              <a:t>2620030516-Naga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ajay</a:t>
            </a:r>
            <a:br>
              <a:rPr lang="en-US" dirty="0"/>
            </a:br>
            <a:r>
              <a:rPr lang="en-US" dirty="0"/>
              <a:t>2620030513-Pranil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126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30A08-0D62-492B-4C24-7264C78C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</p:spPr>
        <p:txBody>
          <a:bodyPr>
            <a:normAutofit/>
          </a:bodyPr>
          <a:lstStyle/>
          <a:p>
            <a:r>
              <a:rPr lang="en-US" dirty="0"/>
              <a:t>Vineeth Tiwari(2620080042)</a:t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70C5C5-2484-3F77-CE19-5C38AB6C38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911" y="2133600"/>
            <a:ext cx="8319420" cy="43053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81180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14EE-46F0-22E8-4A88-0EA2D8328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73" y="188719"/>
            <a:ext cx="9942409" cy="876193"/>
          </a:xfrm>
        </p:spPr>
        <p:txBody>
          <a:bodyPr/>
          <a:lstStyle/>
          <a:p>
            <a:r>
              <a:rPr lang="en-US" dirty="0"/>
              <a:t>2620080063-Jeyanth </a:t>
            </a:r>
            <a:r>
              <a:rPr lang="en-US" dirty="0" err="1"/>
              <a:t>vighnesh</a:t>
            </a:r>
            <a:r>
              <a:rPr lang="en-US" dirty="0"/>
              <a:t>(team leader)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C2F58AF-0C3B-CAC0-3020-C19F5F90A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474" y="1219093"/>
            <a:ext cx="10108407" cy="545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2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8CED8-9642-EB9B-19E1-5DE44B599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</p:spPr>
        <p:txBody>
          <a:bodyPr>
            <a:normAutofit/>
          </a:bodyPr>
          <a:lstStyle/>
          <a:p>
            <a:r>
              <a:rPr lang="en-US" dirty="0"/>
              <a:t>2620030516-Naga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ajay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436EDE-FC8B-AB24-958C-0BA671AF4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222" y="2133600"/>
            <a:ext cx="6806798" cy="43053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700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EA7E3-16F4-CB8C-BA3A-BAFBE4E7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82" y="419100"/>
            <a:ext cx="9942409" cy="876193"/>
          </a:xfrm>
        </p:spPr>
        <p:txBody>
          <a:bodyPr/>
          <a:lstStyle/>
          <a:p>
            <a:r>
              <a:rPr lang="en-US" sz="3200" dirty="0"/>
              <a:t>2620030513-Pranil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1793D3A-EDDC-9FB8-321B-B10404CB8D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1181" y="817674"/>
            <a:ext cx="4374573" cy="562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97316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25</TotalTime>
  <Words>44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Film Burn</vt:lpstr>
      <vt:lpstr>Breakout activity Linkedin  profile pic </vt:lpstr>
      <vt:lpstr>Vineeth Tiwari(2620080042) </vt:lpstr>
      <vt:lpstr>2620080063-Jeyanth vighnesh(team leader)</vt:lpstr>
      <vt:lpstr>2620030516-Naga sai ajay</vt:lpstr>
      <vt:lpstr>2620030513-Pranil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Jeyanthvighnesh T</dc:creator>
  <cp:lastModifiedBy>Jeyanthvighnesh T</cp:lastModifiedBy>
  <cp:revision>3</cp:revision>
  <dcterms:created xsi:type="dcterms:W3CDTF">2026-10-09T03:48:41Z</dcterms:created>
  <dcterms:modified xsi:type="dcterms:W3CDTF">2026-10-13T02:48:02Z</dcterms:modified>
</cp:coreProperties>
</file>