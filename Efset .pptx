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998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747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10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67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67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076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841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3710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586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6665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4357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130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457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56405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385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196008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5741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8841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6864381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9184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365447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44357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2418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813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085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01462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587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3B3F0FF5-BBD8-448E-A2E2-6BFAA32E8B4B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6C3F00BC-27B5-485C-BF43-F341D5326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882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423F0-E97D-2C9E-4378-D4AE51762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9" y="438495"/>
            <a:ext cx="7646077" cy="2762187"/>
          </a:xfrm>
        </p:spPr>
        <p:txBody>
          <a:bodyPr/>
          <a:lstStyle/>
          <a:p>
            <a:r>
              <a:rPr lang="en-US" dirty="0"/>
              <a:t>Breakout activity EFSET certificate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622CB-40F5-AC86-CF4F-C3CD0A376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3405" y="4135582"/>
            <a:ext cx="4241122" cy="2169373"/>
          </a:xfrm>
        </p:spPr>
        <p:txBody>
          <a:bodyPr>
            <a:normAutofit/>
          </a:bodyPr>
          <a:lstStyle/>
          <a:p>
            <a:r>
              <a:rPr lang="en-US" sz="1600" dirty="0">
                <a:highlight>
                  <a:srgbClr val="FF00FF"/>
                </a:highlight>
              </a:rPr>
              <a:t>GITHUB PROJECT  team -J</a:t>
            </a:r>
            <a:br>
              <a:rPr lang="en-US" sz="1600" dirty="0"/>
            </a:br>
            <a:r>
              <a:rPr lang="en-US" sz="1600" dirty="0"/>
              <a:t>2620080042-Vineeth </a:t>
            </a:r>
            <a:r>
              <a:rPr lang="en-US" sz="1600" dirty="0" err="1"/>
              <a:t>kumar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600" dirty="0"/>
              <a:t>2620080063-Jeyanth </a:t>
            </a:r>
            <a:r>
              <a:rPr lang="en-US" sz="1600" dirty="0" err="1"/>
              <a:t>vighnesh</a:t>
            </a:r>
            <a:r>
              <a:rPr lang="en-US" sz="1600" dirty="0"/>
              <a:t>(team leader)</a:t>
            </a:r>
            <a:br>
              <a:rPr lang="en-US" sz="1600" dirty="0"/>
            </a:br>
            <a:r>
              <a:rPr lang="en-US" sz="1600" dirty="0"/>
              <a:t>2620030516-Naga </a:t>
            </a:r>
            <a:r>
              <a:rPr lang="en-US" sz="1600" dirty="0" err="1"/>
              <a:t>sai</a:t>
            </a:r>
            <a:r>
              <a:rPr lang="en-US" sz="1600" dirty="0"/>
              <a:t> </a:t>
            </a:r>
            <a:r>
              <a:rPr lang="en-US" sz="1600" dirty="0" err="1"/>
              <a:t>ajay</a:t>
            </a:r>
            <a:br>
              <a:rPr lang="en-US" sz="1600" dirty="0"/>
            </a:br>
            <a:r>
              <a:rPr lang="en-US" sz="1600" dirty="0"/>
              <a:t>2620030513-Pranil</a:t>
            </a:r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86126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30A08-0D62-492B-4C24-7264C78CC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"/>
            <a:ext cx="9221973" cy="1278082"/>
          </a:xfrm>
        </p:spPr>
        <p:txBody>
          <a:bodyPr/>
          <a:lstStyle/>
          <a:p>
            <a:r>
              <a:rPr lang="en-US" dirty="0" err="1"/>
              <a:t>Vinnet</a:t>
            </a:r>
            <a:r>
              <a:rPr lang="en-US" dirty="0"/>
              <a:t> Tiwari(2620080042)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29A81F-5AB6-83D4-0768-5813290A8D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503" y="536863"/>
            <a:ext cx="8826867" cy="578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180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14EE-46F0-22E8-4A88-0EA2D8328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73" y="188719"/>
            <a:ext cx="9942409" cy="876193"/>
          </a:xfrm>
        </p:spPr>
        <p:txBody>
          <a:bodyPr/>
          <a:lstStyle/>
          <a:p>
            <a:r>
              <a:rPr lang="en-US" dirty="0"/>
              <a:t>2620080063-Jeyanth </a:t>
            </a:r>
            <a:r>
              <a:rPr lang="en-US" dirty="0" err="1"/>
              <a:t>vighnesh</a:t>
            </a:r>
            <a:r>
              <a:rPr lang="en-US" dirty="0"/>
              <a:t>(team leader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A46D67-B129-173C-F88E-500691959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501" y="727364"/>
            <a:ext cx="7356763" cy="603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326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8CED8-9642-EB9B-19E1-5DE44B599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91" y="419100"/>
            <a:ext cx="9942409" cy="876193"/>
          </a:xfrm>
        </p:spPr>
        <p:txBody>
          <a:bodyPr/>
          <a:lstStyle/>
          <a:p>
            <a:r>
              <a:rPr lang="en-US" dirty="0"/>
              <a:t>2620030516-Naga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ajay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308E68-76C1-556F-F6E8-BA5408329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191" y="1392382"/>
            <a:ext cx="7107382" cy="527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001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EA7E3-16F4-CB8C-BA3A-BAFBE4E71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82" y="419100"/>
            <a:ext cx="9942409" cy="876193"/>
          </a:xfrm>
        </p:spPr>
        <p:txBody>
          <a:bodyPr/>
          <a:lstStyle/>
          <a:p>
            <a:r>
              <a:rPr lang="en-US" sz="3200" dirty="0"/>
              <a:t>2620030513-Pranil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1CA784-9958-63B9-0B41-91633184B1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455" y="1423555"/>
            <a:ext cx="6037118" cy="50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97316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19</TotalTime>
  <Words>41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Neue Haas Grotesk Text Pro</vt:lpstr>
      <vt:lpstr>Film Burn</vt:lpstr>
      <vt:lpstr>Breakout activity EFSET certificate</vt:lpstr>
      <vt:lpstr>Vinnet Tiwari(2620080042) </vt:lpstr>
      <vt:lpstr>2620080063-Jeyanth vighnesh(team leader</vt:lpstr>
      <vt:lpstr>2620030516-Naga sai ajay</vt:lpstr>
      <vt:lpstr>2620030513-Pranil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Jeyanthvighnesh T</dc:creator>
  <cp:lastModifiedBy>Jeyanthvighnesh T</cp:lastModifiedBy>
  <cp:revision>1</cp:revision>
  <dcterms:created xsi:type="dcterms:W3CDTF">2026-10-09T03:48:41Z</dcterms:created>
  <dcterms:modified xsi:type="dcterms:W3CDTF">2026-10-09T04:08:07Z</dcterms:modified>
</cp:coreProperties>
</file>